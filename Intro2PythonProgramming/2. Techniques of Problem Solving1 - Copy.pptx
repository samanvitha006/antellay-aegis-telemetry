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9" r:id="rId2"/>
    <p:sldId id="527" r:id="rId3"/>
    <p:sldId id="528" r:id="rId4"/>
    <p:sldId id="529" r:id="rId5"/>
    <p:sldId id="530" r:id="rId6"/>
    <p:sldId id="534" r:id="rId7"/>
    <p:sldId id="532" r:id="rId8"/>
    <p:sldId id="531" r:id="rId9"/>
    <p:sldId id="533" r:id="rId10"/>
    <p:sldId id="535" r:id="rId11"/>
    <p:sldId id="536" r:id="rId12"/>
    <p:sldId id="28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66BF5-F676-4E17-AB86-E138237E1E8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2C62E-8EEF-49B5-A843-EDF193BC65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31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4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3058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85800" y="1600200"/>
            <a:ext cx="7924800" cy="381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228600" y="5334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228600" y="990600"/>
            <a:ext cx="86106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304800" y="60960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2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9030" y="1981200"/>
            <a:ext cx="49748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5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Mr.Panduraju</a:t>
            </a:r>
            <a:r>
              <a:rPr lang="en-US" altLang="zh-CN" sz="35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Pagidimalla</a:t>
            </a:r>
          </a:p>
        </p:txBody>
      </p:sp>
      <p:sp>
        <p:nvSpPr>
          <p:cNvPr id="8" name="文本框 6"/>
          <p:cNvSpPr txBox="1"/>
          <p:nvPr/>
        </p:nvSpPr>
        <p:spPr>
          <a:xfrm>
            <a:off x="914400" y="457200"/>
            <a:ext cx="7772400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华文中宋" panose="02010600040101010101" pitchFamily="2" charset="-122"/>
              </a:rPr>
              <a:t>PROBLEM SOLVING AND PROGRAMMING USING PYTHON</a:t>
            </a:r>
            <a:endParaRPr lang="zh-CN" altLang="en-US" sz="2800" b="1" spc="-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2590800"/>
            <a:ext cx="328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Assistant Professor, Dept of AIML</a:t>
            </a: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151126" y="2753380"/>
            <a:ext cx="47274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Techniques of Problem Solving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Write an algorithm for interchanging/swapping two values 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Algorithms </a:t>
            </a:r>
            <a:r>
              <a:rPr lang="en-US" b="1" dirty="0"/>
              <a:t>and</a:t>
            </a:r>
            <a:r>
              <a:rPr lang="en-US" b="1" dirty="0">
                <a:solidFill>
                  <a:srgbClr val="FF0000"/>
                </a:solidFill>
              </a:rPr>
              <a:t> Flowchart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31374"/>
            <a:ext cx="6934200" cy="318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3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Write an algorithm to find largest of two numbers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358577"/>
            <a:ext cx="7010400" cy="335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5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Write an algorithm to find whether a number is even or odd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590800"/>
            <a:ext cx="5410200" cy="247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311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Write an algorithm to find the sum of first N natural numbers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62200"/>
            <a:ext cx="7498016" cy="313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5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Draw a flowchart to calculate the sum of first 10 natural numbers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905354"/>
            <a:ext cx="3276600" cy="414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11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Draw a flowchart to add two numbers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2971" y="1981200"/>
            <a:ext cx="3458058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8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Draw a flowchart to determine the largest of three numbers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397" y="1844135"/>
            <a:ext cx="5334744" cy="498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86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31" y="1371600"/>
            <a:ext cx="7973538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66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295400"/>
            <a:ext cx="561920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7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6"/>
          <p:cNvSpPr txBox="1"/>
          <p:nvPr/>
        </p:nvSpPr>
        <p:spPr>
          <a:xfrm>
            <a:off x="1198088" y="3123368"/>
            <a:ext cx="6824298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tr-TR" altLang="zh-CN" sz="6600" b="1" spc="-300" dirty="0">
                <a:solidFill>
                  <a:srgbClr val="08A1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华文中宋" panose="02010600040101010101" pitchFamily="2" charset="-122"/>
              </a:rPr>
              <a:t>THANK YOU !</a:t>
            </a:r>
            <a:endParaRPr lang="zh-CN" altLang="en-US" sz="6600" b="1" spc="-300" dirty="0">
              <a:solidFill>
                <a:srgbClr val="923C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8526</TotalTime>
  <Words>99</Words>
  <Application>Microsoft Office PowerPoint</Application>
  <PresentationFormat>On-screen Show (4:3)</PresentationFormat>
  <Paragraphs>15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Algorithms and Flowchart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panduraju pagidimalla</cp:lastModifiedBy>
  <cp:revision>464</cp:revision>
  <dcterms:created xsi:type="dcterms:W3CDTF">2022-12-01T06:56:39Z</dcterms:created>
  <dcterms:modified xsi:type="dcterms:W3CDTF">2024-10-18T07:31:05Z</dcterms:modified>
</cp:coreProperties>
</file>