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9" r:id="rId2"/>
    <p:sldId id="527" r:id="rId3"/>
    <p:sldId id="529" r:id="rId4"/>
    <p:sldId id="528" r:id="rId5"/>
    <p:sldId id="530" r:id="rId6"/>
    <p:sldId id="531" r:id="rId7"/>
    <p:sldId id="532" r:id="rId8"/>
    <p:sldId id="533" r:id="rId9"/>
    <p:sldId id="28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151126" y="2753380"/>
            <a:ext cx="5754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Unit-I: Techniques of Problem Solving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22523" y="2667000"/>
            <a:ext cx="458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Programming methodologies </a:t>
            </a:r>
          </a:p>
        </p:txBody>
      </p:sp>
    </p:spTree>
    <p:extLst>
      <p:ext uri="{BB962C8B-B14F-4D97-AF65-F5344CB8AC3E}">
        <p14:creationId xmlns:p14="http://schemas.microsoft.com/office/powerpoint/2010/main" val="337993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idea of the top-down approach </a:t>
            </a:r>
            <a:r>
              <a:rPr lang="en-US" dirty="0"/>
              <a:t>is to </a:t>
            </a:r>
            <a:r>
              <a:rPr lang="en-US" b="1" dirty="0">
                <a:solidFill>
                  <a:srgbClr val="0000FF"/>
                </a:solidFill>
              </a:rPr>
              <a:t>divide a complex problem into smaller sub-problems</a:t>
            </a:r>
            <a:r>
              <a:rPr lang="en-US" dirty="0"/>
              <a:t>, this process is also called </a:t>
            </a:r>
            <a:r>
              <a:rPr lang="en-US" b="1" dirty="0">
                <a:solidFill>
                  <a:srgbClr val="FF00FF"/>
                </a:solidFill>
              </a:rPr>
              <a:t>decomposition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b="1" dirty="0"/>
              <a:t>sub-problems are </a:t>
            </a:r>
            <a:r>
              <a:rPr lang="en-US" b="1" dirty="0">
                <a:solidFill>
                  <a:srgbClr val="0000FF"/>
                </a:solidFill>
              </a:rPr>
              <a:t>further divided </a:t>
            </a:r>
            <a:r>
              <a:rPr lang="en-US" b="1" dirty="0"/>
              <a:t>into sub-problems </a:t>
            </a:r>
            <a:r>
              <a:rPr lang="en-US" dirty="0"/>
              <a:t>and </a:t>
            </a:r>
          </a:p>
          <a:p>
            <a:pPr lvl="1"/>
            <a:r>
              <a:rPr lang="en-US" b="1" dirty="0"/>
              <a:t>this process is </a:t>
            </a:r>
            <a:r>
              <a:rPr lang="en-US" b="1" dirty="0">
                <a:solidFill>
                  <a:srgbClr val="0000FF"/>
                </a:solidFill>
              </a:rPr>
              <a:t>continued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until each sub-problem </a:t>
            </a:r>
            <a:r>
              <a:rPr lang="en-US" b="1" dirty="0"/>
              <a:t>is </a:t>
            </a:r>
            <a:r>
              <a:rPr lang="en-US" b="1" dirty="0">
                <a:solidFill>
                  <a:srgbClr val="FF00FF"/>
                </a:solidFill>
              </a:rPr>
              <a:t>atomic</a:t>
            </a:r>
            <a:r>
              <a:rPr lang="en-US" dirty="0">
                <a:solidFill>
                  <a:srgbClr val="FF00FF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/>
              <a:t>Cant be divided further</a:t>
            </a:r>
            <a:r>
              <a:rPr lang="en-US" dirty="0"/>
              <a:t>)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can be solved independently</a:t>
            </a:r>
            <a:r>
              <a:rPr lang="en-US" dirty="0"/>
              <a:t> of other sub-problem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Top-Down Programming Approach</a:t>
            </a:r>
          </a:p>
        </p:txBody>
      </p:sp>
    </p:spTree>
    <p:extLst>
      <p:ext uri="{BB962C8B-B14F-4D97-AF65-F5344CB8AC3E}">
        <p14:creationId xmlns:p14="http://schemas.microsoft.com/office/powerpoint/2010/main" val="122644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83" y="1219200"/>
            <a:ext cx="860303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98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this approach, </a:t>
            </a:r>
            <a:r>
              <a:rPr lang="en-US" b="1" dirty="0"/>
              <a:t>we start working from the most basic level of problem solving and moving up </a:t>
            </a:r>
          </a:p>
          <a:p>
            <a:endParaRPr lang="en-US" b="1" dirty="0"/>
          </a:p>
          <a:p>
            <a:r>
              <a:rPr lang="en-US" dirty="0"/>
              <a:t>The most fundamental units, </a:t>
            </a:r>
            <a:r>
              <a:rPr lang="en-US" b="1" dirty="0"/>
              <a:t>modules and sub-modules are designed and solved individually</a:t>
            </a:r>
            <a:r>
              <a:rPr lang="en-US" dirty="0"/>
              <a:t>, and </a:t>
            </a:r>
            <a:r>
              <a:rPr lang="en-US" b="1" dirty="0">
                <a:solidFill>
                  <a:srgbClr val="0000FF"/>
                </a:solidFill>
              </a:rPr>
              <a:t>these units are then integrated together </a:t>
            </a:r>
            <a:r>
              <a:rPr lang="en-US" dirty="0"/>
              <a:t>to get a more concrete base for problem solving. </a:t>
            </a:r>
          </a:p>
          <a:p>
            <a:endParaRPr lang="en-US" dirty="0"/>
          </a:p>
          <a:p>
            <a:r>
              <a:rPr lang="en-US" b="1" dirty="0"/>
              <a:t>Object Oriented Programming languages </a:t>
            </a:r>
            <a:r>
              <a:rPr lang="en-US" dirty="0"/>
              <a:t>like the C++ or Java </a:t>
            </a:r>
            <a:r>
              <a:rPr lang="en-US" b="1" dirty="0"/>
              <a:t>uses bottom-up approach </a:t>
            </a:r>
            <a:r>
              <a:rPr lang="en-US" dirty="0"/>
              <a:t>to solving a problem in which the flow of control is in the upward direction.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Bottom-Up Programming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222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1026" name="Picture 2" descr="Difference between Top-down and Bottom-up Approach (with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774251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388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070517"/>
            <a:ext cx="9144000" cy="49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0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8541</TotalTime>
  <Words>167</Words>
  <Application>Microsoft Office PowerPoint</Application>
  <PresentationFormat>On-screen Show (4:3)</PresentationFormat>
  <Paragraphs>18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Top-Down Programming Approach</vt:lpstr>
      <vt:lpstr>PowerPoint Presentation</vt:lpstr>
      <vt:lpstr>Bottom-Up Programming Approach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474</cp:revision>
  <dcterms:created xsi:type="dcterms:W3CDTF">2022-12-01T06:56:39Z</dcterms:created>
  <dcterms:modified xsi:type="dcterms:W3CDTF">2024-10-18T07:25:31Z</dcterms:modified>
</cp:coreProperties>
</file>