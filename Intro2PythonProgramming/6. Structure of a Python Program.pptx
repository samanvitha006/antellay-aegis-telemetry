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9" r:id="rId2"/>
    <p:sldId id="527" r:id="rId3"/>
    <p:sldId id="547" r:id="rId4"/>
    <p:sldId id="533" r:id="rId5"/>
    <p:sldId id="534" r:id="rId6"/>
    <p:sldId id="529" r:id="rId7"/>
    <p:sldId id="532" r:id="rId8"/>
    <p:sldId id="535" r:id="rId9"/>
    <p:sldId id="536" r:id="rId10"/>
    <p:sldId id="537" r:id="rId11"/>
    <p:sldId id="538" r:id="rId12"/>
    <p:sldId id="531" r:id="rId13"/>
    <p:sldId id="539" r:id="rId14"/>
    <p:sldId id="540" r:id="rId15"/>
    <p:sldId id="542" r:id="rId16"/>
    <p:sldId id="541" r:id="rId17"/>
    <p:sldId id="545" r:id="rId18"/>
    <p:sldId id="546" r:id="rId19"/>
    <p:sldId id="543" r:id="rId20"/>
    <p:sldId id="544" r:id="rId21"/>
    <p:sldId id="280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66"/>
    <a:srgbClr val="0000FF"/>
    <a:srgbClr val="A50021"/>
    <a:srgbClr val="FF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892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66BF5-F676-4E17-AB86-E138237E1E8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2C62E-8EEF-49B5-A843-EDF193BC65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85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6312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147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57200" y="1371600"/>
            <a:ext cx="830580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85800" y="1600200"/>
            <a:ext cx="7924800" cy="381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 rot="19858487">
            <a:off x="-298088" y="1009160"/>
            <a:ext cx="257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0" dirty="0" err="1">
                <a:solidFill>
                  <a:srgbClr val="BEBEBE"/>
                </a:solidFill>
              </a:rPr>
              <a:t>Mr.Panduraju</a:t>
            </a:r>
            <a:r>
              <a:rPr lang="en-US" baseline="0" dirty="0">
                <a:solidFill>
                  <a:srgbClr val="BEBEBE"/>
                </a:solidFill>
              </a:rPr>
              <a:t> Pagidimalla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 rot="19858487">
            <a:off x="-298088" y="1009160"/>
            <a:ext cx="257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0" dirty="0" err="1">
                <a:solidFill>
                  <a:srgbClr val="BEBEBE"/>
                </a:solidFill>
              </a:rPr>
              <a:t>Mr.Panduraju</a:t>
            </a:r>
            <a:r>
              <a:rPr lang="en-US" baseline="0" dirty="0">
                <a:solidFill>
                  <a:srgbClr val="BEBEBE"/>
                </a:solidFill>
              </a:rPr>
              <a:t> Pagidimalla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6"/>
          <p:cNvSpPr>
            <a:spLocks noChangeShapeType="1"/>
          </p:cNvSpPr>
          <p:nvPr userDrawn="1"/>
        </p:nvSpPr>
        <p:spPr bwMode="auto">
          <a:xfrm>
            <a:off x="228600" y="533400"/>
            <a:ext cx="86106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Line 6"/>
          <p:cNvSpPr>
            <a:spLocks noChangeShapeType="1"/>
          </p:cNvSpPr>
          <p:nvPr userDrawn="1"/>
        </p:nvSpPr>
        <p:spPr bwMode="auto">
          <a:xfrm>
            <a:off x="228600" y="990600"/>
            <a:ext cx="86106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Line 6"/>
          <p:cNvSpPr>
            <a:spLocks noChangeShapeType="1"/>
          </p:cNvSpPr>
          <p:nvPr userDrawn="1"/>
        </p:nvSpPr>
        <p:spPr bwMode="auto">
          <a:xfrm>
            <a:off x="304800" y="6096000"/>
            <a:ext cx="86106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62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99030" y="1981200"/>
            <a:ext cx="4974888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5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Mr.Panduraju</a:t>
            </a:r>
            <a:r>
              <a:rPr lang="en-US" altLang="zh-CN" sz="35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Pagidimalla</a:t>
            </a:r>
          </a:p>
        </p:txBody>
      </p:sp>
      <p:sp>
        <p:nvSpPr>
          <p:cNvPr id="8" name="文本框 6"/>
          <p:cNvSpPr txBox="1"/>
          <p:nvPr/>
        </p:nvSpPr>
        <p:spPr>
          <a:xfrm>
            <a:off x="914400" y="457200"/>
            <a:ext cx="7772400" cy="95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85000"/>
                    <a:lumOff val="1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  <a:ea typeface="华文中宋" panose="02010600040101010101" pitchFamily="2" charset="-122"/>
              </a:rPr>
              <a:t>PROBLEM SOLVING AND PROGRAMMING USING PYTHON</a:t>
            </a:r>
            <a:endParaRPr lang="zh-CN" altLang="en-US" sz="2800" b="1" spc="-3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itchFamily="34" charset="0"/>
              <a:ea typeface="华文中宋" panose="020106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4600" y="2590800"/>
            <a:ext cx="3280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Assistant Professor, Dept of AIML</a:t>
            </a:r>
          </a:p>
        </p:txBody>
      </p:sp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Line 2"/>
          <p:cNvSpPr>
            <a:spLocks noChangeShapeType="1"/>
          </p:cNvSpPr>
          <p:nvPr/>
        </p:nvSpPr>
        <p:spPr bwMode="auto">
          <a:xfrm>
            <a:off x="43815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905000" y="2710190"/>
            <a:ext cx="4616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Unit-I: Introduction to Python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Structure of a Python Program</a:t>
            </a:r>
          </a:p>
          <a:p>
            <a:r>
              <a:rPr lang="en-US" dirty="0"/>
              <a:t>Python Interpreter and Script mode of programming</a:t>
            </a:r>
          </a:p>
          <a:p>
            <a:r>
              <a:rPr lang="en-US" dirty="0"/>
              <a:t>Python program execution steps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7558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27463" y="377460"/>
            <a:ext cx="8229600" cy="613139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993366"/>
                </a:solidFill>
              </a:rPr>
              <a:t>Compiling and interpreting </a:t>
            </a:r>
            <a:endParaRPr lang="en-IN" sz="3600" dirty="0">
              <a:solidFill>
                <a:srgbClr val="993366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5" y="990600"/>
            <a:ext cx="9144000" cy="571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282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The Python Interpreter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04" y="1390365"/>
            <a:ext cx="8354591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062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Line 2"/>
          <p:cNvSpPr>
            <a:spLocks noChangeShapeType="1"/>
          </p:cNvSpPr>
          <p:nvPr/>
        </p:nvSpPr>
        <p:spPr bwMode="auto">
          <a:xfrm>
            <a:off x="439738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828800" y="2710190"/>
            <a:ext cx="47188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Structure of a Python Program</a:t>
            </a:r>
          </a:p>
        </p:txBody>
      </p:sp>
    </p:spTree>
    <p:extLst>
      <p:ext uri="{BB962C8B-B14F-4D97-AF65-F5344CB8AC3E}">
        <p14:creationId xmlns:p14="http://schemas.microsoft.com/office/powerpoint/2010/main" val="3379931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Several components of a basic Python program</a:t>
            </a:r>
            <a:endParaRPr lang="en-IN" sz="2800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2" y="1143000"/>
            <a:ext cx="9144000" cy="498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610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Comments: </a:t>
            </a:r>
            <a:r>
              <a:rPr lang="en-US" dirty="0"/>
              <a:t>Comments are the additional information provided against a statement or a chunk of code for the better clarity of the code. </a:t>
            </a:r>
            <a:r>
              <a:rPr lang="en-US" b="1" dirty="0"/>
              <a:t>Interpreter ignores the comments </a:t>
            </a:r>
            <a:r>
              <a:rPr lang="en-US" dirty="0"/>
              <a:t>and does not count them in commands.</a:t>
            </a:r>
          </a:p>
          <a:p>
            <a:r>
              <a:rPr lang="en-US" b="1" dirty="0"/>
              <a:t>Symbols used for writing comments: </a:t>
            </a:r>
            <a:r>
              <a:rPr lang="en-US" dirty="0"/>
              <a:t>Hash (#) or Triple Double Quotation marks (“””)</a:t>
            </a:r>
            <a:endParaRPr lang="en-IN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325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Hash (</a:t>
            </a:r>
            <a:r>
              <a:rPr lang="en-US" b="1" dirty="0">
                <a:solidFill>
                  <a:srgbClr val="FF0000"/>
                </a:solidFill>
              </a:rPr>
              <a:t>#</a:t>
            </a:r>
            <a:r>
              <a:rPr lang="en-US" b="1" dirty="0"/>
              <a:t>) </a:t>
            </a:r>
            <a:r>
              <a:rPr lang="en-US" dirty="0"/>
              <a:t>is used in writing </a:t>
            </a:r>
            <a:r>
              <a:rPr lang="en-US" b="1" dirty="0"/>
              <a:t>single-line comments </a:t>
            </a:r>
            <a:r>
              <a:rPr lang="en-US" dirty="0"/>
              <a:t>that do not span multiple lines. </a:t>
            </a:r>
            <a:r>
              <a:rPr lang="en-US" b="1" dirty="0"/>
              <a:t>Triple</a:t>
            </a:r>
          </a:p>
          <a:p>
            <a:r>
              <a:rPr lang="en-US" b="1" dirty="0"/>
              <a:t>Quotation Marks (</a:t>
            </a:r>
            <a:r>
              <a:rPr lang="en-US" b="1" dirty="0">
                <a:solidFill>
                  <a:srgbClr val="FF0000"/>
                </a:solidFill>
              </a:rPr>
              <a:t>‘’’</a:t>
            </a:r>
            <a:r>
              <a:rPr lang="en-US" b="1" dirty="0"/>
              <a:t> or </a:t>
            </a:r>
            <a:r>
              <a:rPr lang="en-US" b="1" dirty="0">
                <a:solidFill>
                  <a:srgbClr val="FF0000"/>
                </a:solidFill>
              </a:rPr>
              <a:t>“””</a:t>
            </a:r>
            <a:r>
              <a:rPr lang="en-US" b="1" dirty="0"/>
              <a:t>) </a:t>
            </a:r>
            <a:r>
              <a:rPr lang="en-US" dirty="0"/>
              <a:t>are used to write </a:t>
            </a:r>
            <a:r>
              <a:rPr lang="en-US" b="1" dirty="0"/>
              <a:t>multiple-line comments</a:t>
            </a:r>
            <a:r>
              <a:rPr lang="en-US" dirty="0"/>
              <a:t>.</a:t>
            </a:r>
          </a:p>
          <a:p>
            <a:r>
              <a:rPr lang="en-IN" dirty="0"/>
              <a:t>Three triple </a:t>
            </a:r>
            <a:r>
              <a:rPr lang="en-US" dirty="0"/>
              <a:t>quotation marks </a:t>
            </a:r>
            <a:r>
              <a:rPr lang="en-US" b="1" dirty="0"/>
              <a:t>to start </a:t>
            </a:r>
            <a:r>
              <a:rPr lang="en-US" dirty="0"/>
              <a:t>the comment and again three quotation marks </a:t>
            </a:r>
            <a:r>
              <a:rPr lang="en-US" b="1" dirty="0"/>
              <a:t>to end</a:t>
            </a:r>
            <a:r>
              <a:rPr lang="en-US" dirty="0"/>
              <a:t> the comment.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698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Expressions: </a:t>
            </a:r>
            <a:r>
              <a:rPr lang="en-US" dirty="0"/>
              <a:t>An expression </a:t>
            </a:r>
            <a:r>
              <a:rPr lang="en-US" b="1" dirty="0"/>
              <a:t>represents </a:t>
            </a:r>
            <a:r>
              <a:rPr lang="en-US" dirty="0"/>
              <a:t>something, like a number, a string, or an element. Any value is an expression.</a:t>
            </a:r>
          </a:p>
          <a:p>
            <a:r>
              <a:rPr lang="en-US" b="1" dirty="0">
                <a:solidFill>
                  <a:srgbClr val="C00000"/>
                </a:solidFill>
              </a:rPr>
              <a:t>Statements: </a:t>
            </a:r>
            <a:r>
              <a:rPr lang="en-US" dirty="0"/>
              <a:t>Anything that </a:t>
            </a:r>
            <a:r>
              <a:rPr lang="en-US" b="1" dirty="0"/>
              <a:t>does something </a:t>
            </a:r>
            <a:r>
              <a:rPr lang="en-US" dirty="0"/>
              <a:t>is a statement. </a:t>
            </a:r>
          </a:p>
          <a:p>
            <a:pPr lvl="1"/>
            <a:r>
              <a:rPr lang="en-US" dirty="0"/>
              <a:t>Any assignment to a variable or function call is a statement. </a:t>
            </a:r>
          </a:p>
          <a:p>
            <a:pPr lvl="1"/>
            <a:r>
              <a:rPr lang="en-US" dirty="0"/>
              <a:t>Any value contained in that statement is an expression.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349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Functions: </a:t>
            </a:r>
            <a:r>
              <a:rPr lang="en-US" dirty="0"/>
              <a:t>Function is a set of instructions defined under a particular name, which </a:t>
            </a:r>
            <a:r>
              <a:rPr lang="en-US" b="1" dirty="0"/>
              <a:t>once written can be called </a:t>
            </a:r>
            <a:r>
              <a:rPr lang="en-US" dirty="0"/>
              <a:t>whenever and wherever required.</a:t>
            </a:r>
          </a:p>
          <a:p>
            <a:r>
              <a:rPr lang="en-US" b="1" dirty="0">
                <a:solidFill>
                  <a:srgbClr val="C00000"/>
                </a:solidFill>
              </a:rPr>
              <a:t>Block(s): </a:t>
            </a:r>
            <a:r>
              <a:rPr lang="en-US" dirty="0"/>
              <a:t>A block refers to a group of statements which are part of another statement or function. </a:t>
            </a:r>
          </a:p>
          <a:p>
            <a:pPr lvl="1"/>
            <a:r>
              <a:rPr lang="en-US" dirty="0"/>
              <a:t>All statements inside a block are indented at the same level.</a:t>
            </a:r>
          </a:p>
          <a:p>
            <a:r>
              <a:rPr lang="en-US" b="1" dirty="0">
                <a:solidFill>
                  <a:srgbClr val="C00000"/>
                </a:solidFill>
              </a:rPr>
              <a:t>Import statements </a:t>
            </a:r>
            <a:r>
              <a:rPr lang="en-US" dirty="0"/>
              <a:t>are used to include library files to the python program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067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Line 2"/>
          <p:cNvSpPr>
            <a:spLocks noChangeShapeType="1"/>
          </p:cNvSpPr>
          <p:nvPr/>
        </p:nvSpPr>
        <p:spPr bwMode="auto">
          <a:xfrm>
            <a:off x="439738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23775" y="2710190"/>
            <a:ext cx="7973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Python Interpreter and Script mode of programming</a:t>
            </a:r>
          </a:p>
        </p:txBody>
      </p:sp>
    </p:spTree>
    <p:extLst>
      <p:ext uri="{BB962C8B-B14F-4D97-AF65-F5344CB8AC3E}">
        <p14:creationId xmlns:p14="http://schemas.microsoft.com/office/powerpoint/2010/main" val="359591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 dirty="0"/>
          </a:p>
          <a:p>
            <a:r>
              <a:rPr lang="en-US" dirty="0"/>
              <a:t>There are </a:t>
            </a:r>
            <a:r>
              <a:rPr lang="en-US" b="1" dirty="0"/>
              <a:t>two ways to run a program </a:t>
            </a:r>
            <a:r>
              <a:rPr lang="en-US" dirty="0"/>
              <a:t>using the Python interpreter:  </a:t>
            </a:r>
          </a:p>
          <a:p>
            <a:pPr lvl="1"/>
            <a:r>
              <a:rPr lang="en-IN" b="1" dirty="0">
                <a:solidFill>
                  <a:srgbClr val="0000FF"/>
                </a:solidFill>
              </a:rPr>
              <a:t>a) Interactive mode </a:t>
            </a:r>
          </a:p>
          <a:p>
            <a:pPr lvl="1"/>
            <a:r>
              <a:rPr lang="en-IN" b="1" dirty="0">
                <a:solidFill>
                  <a:srgbClr val="0000FF"/>
                </a:solidFill>
              </a:rPr>
              <a:t>b) Script mode 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A50021"/>
                </a:solidFill>
              </a:rPr>
              <a:t>Execution Modes </a:t>
            </a:r>
          </a:p>
        </p:txBody>
      </p:sp>
    </p:spTree>
    <p:extLst>
      <p:ext uri="{BB962C8B-B14F-4D97-AF65-F5344CB8AC3E}">
        <p14:creationId xmlns:p14="http://schemas.microsoft.com/office/powerpoint/2010/main" val="4067371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 the interactive mode, we can type a Python statement </a:t>
            </a:r>
            <a:r>
              <a:rPr lang="en-US" b="1" dirty="0"/>
              <a:t>on the &gt;&gt;&gt; prompt </a:t>
            </a:r>
            <a:r>
              <a:rPr lang="en-US" dirty="0"/>
              <a:t>directly. As soon as we press enter, the interpreter executes the statement and displays the result(s),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a) </a:t>
            </a:r>
            <a:r>
              <a:rPr lang="en-IN" b="1" dirty="0">
                <a:solidFill>
                  <a:srgbClr val="0000FF"/>
                </a:solidFill>
              </a:rPr>
              <a:t>Interactive Mode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3497443"/>
            <a:ext cx="9144000" cy="219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059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Working in the interactive mode is </a:t>
            </a:r>
            <a:r>
              <a:rPr lang="en-US" b="1" dirty="0"/>
              <a:t>convenient for testing a single line code </a:t>
            </a:r>
            <a:r>
              <a:rPr lang="en-US" dirty="0"/>
              <a:t>for instant execution. </a:t>
            </a:r>
          </a:p>
          <a:p>
            <a:pPr lvl="1"/>
            <a:r>
              <a:rPr lang="en-US" dirty="0"/>
              <a:t>But in the interactive mode, we </a:t>
            </a:r>
            <a:r>
              <a:rPr lang="en-US" b="1" dirty="0"/>
              <a:t>cannot save the statements for future use </a:t>
            </a:r>
            <a:r>
              <a:rPr lang="en-US" dirty="0"/>
              <a:t>and we </a:t>
            </a:r>
            <a:r>
              <a:rPr lang="en-US" b="1" dirty="0"/>
              <a:t>have to retype </a:t>
            </a:r>
            <a:r>
              <a:rPr lang="en-US" dirty="0"/>
              <a:t>the statements to run them again.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9739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the script mode, we can write a Python program in a </a:t>
            </a:r>
            <a:r>
              <a:rPr lang="en-US" b="1" dirty="0"/>
              <a:t>file</a:t>
            </a:r>
            <a:r>
              <a:rPr lang="en-US" dirty="0"/>
              <a:t>, </a:t>
            </a:r>
            <a:r>
              <a:rPr lang="en-US" b="1" dirty="0"/>
              <a:t>save</a:t>
            </a:r>
            <a:r>
              <a:rPr lang="en-US" dirty="0"/>
              <a:t> it and then use the interpreter to </a:t>
            </a:r>
            <a:r>
              <a:rPr lang="en-US" b="1" dirty="0"/>
              <a:t>execute</a:t>
            </a:r>
            <a:r>
              <a:rPr lang="en-US" dirty="0"/>
              <a:t> the program from the file. </a:t>
            </a:r>
          </a:p>
          <a:p>
            <a:pPr lvl="1"/>
            <a:r>
              <a:rPr lang="en-US" dirty="0"/>
              <a:t>Such program files have a </a:t>
            </a:r>
            <a:r>
              <a:rPr lang="en-US" b="1" dirty="0">
                <a:solidFill>
                  <a:srgbClr val="C00000"/>
                </a:solidFill>
              </a:rPr>
              <a:t>.</a:t>
            </a:r>
            <a:r>
              <a:rPr lang="en-US" b="1" dirty="0" err="1">
                <a:solidFill>
                  <a:srgbClr val="C00000"/>
                </a:solidFill>
              </a:rPr>
              <a:t>py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extension and they are also known as </a:t>
            </a:r>
            <a:r>
              <a:rPr lang="en-US" b="1" dirty="0"/>
              <a:t>scripts</a:t>
            </a:r>
            <a:r>
              <a:rPr lang="en-US" dirty="0"/>
              <a:t>. </a:t>
            </a:r>
          </a:p>
          <a:p>
            <a:endParaRPr lang="en-IN" dirty="0"/>
          </a:p>
          <a:p>
            <a:r>
              <a:rPr lang="en-US" dirty="0"/>
              <a:t>Python scripts can be created using </a:t>
            </a:r>
            <a:r>
              <a:rPr lang="en-US" b="1" dirty="0"/>
              <a:t>any editor</a:t>
            </a:r>
            <a:r>
              <a:rPr lang="en-US" dirty="0"/>
              <a:t>. Python has a </a:t>
            </a:r>
            <a:r>
              <a:rPr lang="en-US" b="1" i="1" dirty="0"/>
              <a:t>built-in editor </a:t>
            </a:r>
            <a:r>
              <a:rPr lang="en-US" dirty="0"/>
              <a:t>called </a:t>
            </a:r>
            <a:r>
              <a:rPr lang="en-US" b="1" dirty="0">
                <a:solidFill>
                  <a:srgbClr val="FF0000"/>
                </a:solidFill>
              </a:rPr>
              <a:t>IDLE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which can be used to create programs.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b) </a:t>
            </a:r>
            <a:r>
              <a:rPr lang="en-IN" b="1" dirty="0">
                <a:solidFill>
                  <a:srgbClr val="0000FF"/>
                </a:solidFill>
              </a:rPr>
              <a:t>Script Mode </a:t>
            </a:r>
          </a:p>
        </p:txBody>
      </p:sp>
    </p:spTree>
    <p:extLst>
      <p:ext uri="{BB962C8B-B14F-4D97-AF65-F5344CB8AC3E}">
        <p14:creationId xmlns:p14="http://schemas.microsoft.com/office/powerpoint/2010/main" val="2172627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Differences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752600"/>
            <a:ext cx="8991600" cy="317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55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Line 2"/>
          <p:cNvSpPr>
            <a:spLocks noChangeShapeType="1"/>
          </p:cNvSpPr>
          <p:nvPr/>
        </p:nvSpPr>
        <p:spPr bwMode="auto">
          <a:xfrm>
            <a:off x="439738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828800" y="2710190"/>
            <a:ext cx="49934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Python program execution steps</a:t>
            </a:r>
          </a:p>
        </p:txBody>
      </p:sp>
    </p:spTree>
    <p:extLst>
      <p:ext uri="{BB962C8B-B14F-4D97-AF65-F5344CB8AC3E}">
        <p14:creationId xmlns:p14="http://schemas.microsoft.com/office/powerpoint/2010/main" val="412798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b="1" dirty="0"/>
              <a:t>Open Python IDLE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Create a New Python File: </a:t>
            </a:r>
            <a:r>
              <a:rPr lang="en-US" dirty="0"/>
              <a:t>File → New File (or press `Ctrl + N`). 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Write Your Python Code: </a:t>
            </a:r>
            <a:r>
              <a:rPr lang="en-IN" dirty="0"/>
              <a:t>print("Hello, World!") 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Save the File: </a:t>
            </a:r>
            <a:r>
              <a:rPr lang="en-US" dirty="0"/>
              <a:t>File → Save (or press `Ctrl + S`). </a:t>
            </a:r>
          </a:p>
          <a:p>
            <a:pPr marL="457200" lvl="1" indent="0">
              <a:buNone/>
            </a:pPr>
            <a:r>
              <a:rPr lang="en-US" dirty="0"/>
              <a:t>-Choose a location and a filename with a `.</a:t>
            </a:r>
            <a:r>
              <a:rPr lang="en-US" dirty="0" err="1"/>
              <a:t>py</a:t>
            </a:r>
            <a:r>
              <a:rPr lang="en-US" dirty="0"/>
              <a:t>` extension, e.g., `hello.py`. 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Run the Program: </a:t>
            </a:r>
            <a:r>
              <a:rPr lang="en-US" dirty="0"/>
              <a:t>Run → Run Module (or press `F5`).  Output: </a:t>
            </a:r>
            <a:r>
              <a:rPr lang="en-IN" dirty="0"/>
              <a:t>Hello, World! 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Exit or Continue Programming: </a:t>
            </a:r>
          </a:p>
          <a:p>
            <a:pPr marL="0" indent="0">
              <a:buNone/>
            </a:pPr>
            <a:r>
              <a:rPr lang="en-US" b="1" dirty="0"/>
              <a:t>			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Steps t</a:t>
            </a:r>
            <a:r>
              <a:rPr lang="en-US" sz="2800" b="1" dirty="0">
                <a:solidFill>
                  <a:srgbClr val="FF0000"/>
                </a:solidFill>
              </a:rPr>
              <a:t>o execute a Python program in script mode 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464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4" name="WIN-Python3.5-try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834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6"/>
          <p:cNvSpPr txBox="1"/>
          <p:nvPr/>
        </p:nvSpPr>
        <p:spPr>
          <a:xfrm>
            <a:off x="1198088" y="3123368"/>
            <a:ext cx="6824298" cy="110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85000"/>
                    <a:lumOff val="1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tr-TR" altLang="zh-CN" sz="6600" b="1" spc="-300" dirty="0">
                <a:solidFill>
                  <a:srgbClr val="08A1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华文中宋" panose="02010600040101010101" pitchFamily="2" charset="-122"/>
              </a:rPr>
              <a:t>THANK YOU !</a:t>
            </a:r>
            <a:endParaRPr lang="zh-CN" altLang="en-US" sz="6600" b="1" spc="-300" dirty="0">
              <a:solidFill>
                <a:srgbClr val="923C9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8739</TotalTime>
  <Words>583</Words>
  <Application>Microsoft Office PowerPoint</Application>
  <PresentationFormat>On-screen Show (4:3)</PresentationFormat>
  <Paragraphs>54</Paragraphs>
  <Slides>21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Outline</vt:lpstr>
      <vt:lpstr>Compiling and interpreting </vt:lpstr>
      <vt:lpstr>The Python Interpreter </vt:lpstr>
      <vt:lpstr>PowerPoint Presentation</vt:lpstr>
      <vt:lpstr>Several components of a basic Python program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Execution Modes </vt:lpstr>
      <vt:lpstr>a) Interactive Mode </vt:lpstr>
      <vt:lpstr>PowerPoint Presentation</vt:lpstr>
      <vt:lpstr>b) Script Mode </vt:lpstr>
      <vt:lpstr>Differences</vt:lpstr>
      <vt:lpstr>PowerPoint Presentation</vt:lpstr>
      <vt:lpstr>Steps to execute a Python program in script mode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panduraju pagidimalla</cp:lastModifiedBy>
  <cp:revision>530</cp:revision>
  <dcterms:created xsi:type="dcterms:W3CDTF">2022-12-01T06:56:39Z</dcterms:created>
  <dcterms:modified xsi:type="dcterms:W3CDTF">2024-10-18T07:26:56Z</dcterms:modified>
</cp:coreProperties>
</file>