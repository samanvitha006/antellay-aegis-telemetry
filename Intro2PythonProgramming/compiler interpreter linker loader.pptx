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FBDD4C-9089-4BE9-955D-4EC52D9DA9BA}" v="1" dt="2024-09-27T07:38:09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duraju pagidimalla" userId="94ca4a50cd2528d1" providerId="LiveId" clId="{21FBDD4C-9089-4BE9-955D-4EC52D9DA9BA}"/>
    <pc:docChg chg="modSld">
      <pc:chgData name="panduraju pagidimalla" userId="94ca4a50cd2528d1" providerId="LiveId" clId="{21FBDD4C-9089-4BE9-955D-4EC52D9DA9BA}" dt="2024-09-27T07:36:56.473" v="2" actId="1036"/>
      <pc:docMkLst>
        <pc:docMk/>
      </pc:docMkLst>
      <pc:sldChg chg="modSp mod">
        <pc:chgData name="panduraju pagidimalla" userId="94ca4a50cd2528d1" providerId="LiveId" clId="{21FBDD4C-9089-4BE9-955D-4EC52D9DA9BA}" dt="2024-09-27T07:32:44.716" v="0" actId="1036"/>
        <pc:sldMkLst>
          <pc:docMk/>
          <pc:sldMk cId="0" sldId="256"/>
        </pc:sldMkLst>
        <pc:picChg chg="mod">
          <ac:chgData name="panduraju pagidimalla" userId="94ca4a50cd2528d1" providerId="LiveId" clId="{21FBDD4C-9089-4BE9-955D-4EC52D9DA9BA}" dt="2024-09-27T07:32:44.716" v="0" actId="103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panduraju pagidimalla" userId="94ca4a50cd2528d1" providerId="LiveId" clId="{21FBDD4C-9089-4BE9-955D-4EC52D9DA9BA}" dt="2024-09-27T07:36:56.473" v="2" actId="1036"/>
        <pc:sldMkLst>
          <pc:docMk/>
          <pc:sldMk cId="0" sldId="266"/>
        </pc:sldMkLst>
        <pc:picChg chg="mod">
          <ac:chgData name="panduraju pagidimalla" userId="94ca4a50cd2528d1" providerId="LiveId" clId="{21FBDD4C-9089-4BE9-955D-4EC52D9DA9BA}" dt="2024-09-27T07:36:56.473" v="2" actId="1036"/>
          <ac:picMkLst>
            <pc:docMk/>
            <pc:sldMk cId="0" sldId="26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47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1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7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1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1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1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8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2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97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4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92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9729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9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53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60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38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8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12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Linker-and-Loader-Explained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Linker-and-Loader-Explained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Linker-and-Loader-Explained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Linker-and-Loader-Explained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Linker-and-Loader-Explained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Linker-and-Loader-Explained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Linker-and-Loader-Explained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Linker-and-Loader-Explained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Linker-and-Loader-Explained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Linker-and-Loader-Explained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Linker-and-Loader-Explained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Linker-and-Loader-Explained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Linker-and-Loader-Explained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Linker-and-Loader-Explained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Linker-and-Loader-Explained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Linker-and-Loader-Explained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Linker-and-Loader-Explained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panduraju pagidimalla</dc:creator>
  <cp:keywords/>
  <dc:description>generated using python-pptx</dc:description>
  <cp:lastModifiedBy>panduraju pagidimalla</cp:lastModifiedBy>
  <cp:revision>1</cp:revision>
  <dcterms:created xsi:type="dcterms:W3CDTF">2013-01-27T09:14:16Z</dcterms:created>
  <dcterms:modified xsi:type="dcterms:W3CDTF">2024-09-27T07:38:18Z</dcterms:modified>
  <cp:category/>
</cp:coreProperties>
</file>