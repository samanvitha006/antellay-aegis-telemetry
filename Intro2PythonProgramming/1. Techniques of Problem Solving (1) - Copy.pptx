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9" r:id="rId2"/>
    <p:sldId id="527" r:id="rId3"/>
    <p:sldId id="528" r:id="rId4"/>
    <p:sldId id="529" r:id="rId5"/>
    <p:sldId id="530" r:id="rId6"/>
    <p:sldId id="534" r:id="rId7"/>
    <p:sldId id="531" r:id="rId8"/>
    <p:sldId id="532" r:id="rId9"/>
    <p:sldId id="533" r:id="rId10"/>
    <p:sldId id="535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3352800"/>
            <a:ext cx="440062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PhD, JNTU Hyderabad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MTech, JNTU Hyderabad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BTech, JNTU Hyderabad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10 years Experience in Research &amp; Teaching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Best paper ward :5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International research publications : 7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Books:1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Book chapters:3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Patents:3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1126" y="2753380"/>
            <a:ext cx="4727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Techniques of Problem Solving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Process: </a:t>
            </a:r>
            <a:r>
              <a:rPr lang="en-US" dirty="0"/>
              <a:t>A process is a series of steps or activities that interact to produce a solution </a:t>
            </a:r>
          </a:p>
          <a:p>
            <a:r>
              <a:rPr lang="en-US" b="1" dirty="0">
                <a:solidFill>
                  <a:srgbClr val="0000FF"/>
                </a:solidFill>
              </a:rPr>
              <a:t>Tools to document a process: 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IN" dirty="0">
                <a:solidFill>
                  <a:srgbClr val="C00000"/>
                </a:solidFill>
              </a:rPr>
              <a:t>Algorithm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Flowchart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Pseudocode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Decision Table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Decision Tree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7139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Algorithms: </a:t>
            </a:r>
            <a:r>
              <a:rPr lang="en-US" dirty="0"/>
              <a:t>is a </a:t>
            </a:r>
            <a:r>
              <a:rPr lang="en-US" b="1" dirty="0">
                <a:solidFill>
                  <a:srgbClr val="0000FF"/>
                </a:solidFill>
              </a:rPr>
              <a:t>finite sequence of steps </a:t>
            </a:r>
            <a:r>
              <a:rPr lang="en-US" dirty="0"/>
              <a:t>defining the solution of a particular problem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234515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en-IN" dirty="0"/>
          </a:p>
          <a:p>
            <a:r>
              <a:rPr lang="en-US" b="1" dirty="0">
                <a:solidFill>
                  <a:srgbClr val="0000FF"/>
                </a:solidFill>
              </a:rPr>
              <a:t>Input: </a:t>
            </a:r>
            <a:r>
              <a:rPr lang="en-US" dirty="0"/>
              <a:t>an algorithm </a:t>
            </a:r>
            <a:r>
              <a:rPr lang="en-US" b="1" dirty="0"/>
              <a:t>must have zero or more but a finite no. of inputs</a:t>
            </a:r>
            <a:r>
              <a:rPr lang="en-US" dirty="0"/>
              <a:t>, which are externally supplied. 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find sum of first 100 natural numbers. (Zero inputs); </a:t>
            </a:r>
          </a:p>
          <a:p>
            <a:pPr lvl="1"/>
            <a:r>
              <a:rPr lang="en-US" dirty="0"/>
              <a:t>find the sum of first n natural numbers (one input is required denoting the value for n) </a:t>
            </a:r>
          </a:p>
          <a:p>
            <a:r>
              <a:rPr lang="en-US" b="1" dirty="0">
                <a:solidFill>
                  <a:srgbClr val="0000FF"/>
                </a:solidFill>
              </a:rPr>
              <a:t>Output: </a:t>
            </a:r>
            <a:r>
              <a:rPr lang="en-US" dirty="0"/>
              <a:t>An algorithm must have </a:t>
            </a:r>
            <a:r>
              <a:rPr lang="en-US" b="1" dirty="0" err="1"/>
              <a:t>atleast</a:t>
            </a:r>
            <a:r>
              <a:rPr lang="en-US" b="1" dirty="0"/>
              <a:t> one desirable outcome</a:t>
            </a:r>
            <a:r>
              <a:rPr lang="en-US" dirty="0"/>
              <a:t>, i.e., output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Definiteness (No ambiguity): </a:t>
            </a:r>
            <a:r>
              <a:rPr lang="en-US" dirty="0"/>
              <a:t>Each step must be clear and </a:t>
            </a:r>
            <a:r>
              <a:rPr lang="en-US" b="1" dirty="0"/>
              <a:t>unambiguous</a:t>
            </a:r>
            <a:r>
              <a:rPr lang="en-US" dirty="0"/>
              <a:t>, i.e., having one and only one meaning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Finiteness: </a:t>
            </a:r>
            <a:r>
              <a:rPr lang="en-US" dirty="0"/>
              <a:t>If we trace the steps of an algorithm, then for all cases, the </a:t>
            </a:r>
            <a:r>
              <a:rPr lang="en-US" b="1" dirty="0"/>
              <a:t>algorithm must terminate</a:t>
            </a:r>
            <a:r>
              <a:rPr lang="en-US" dirty="0"/>
              <a:t> after a finite no. of steps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Effectiveness: </a:t>
            </a:r>
            <a:r>
              <a:rPr lang="en-US" dirty="0"/>
              <a:t>Each step must be sufficiently basic </a:t>
            </a:r>
            <a:r>
              <a:rPr lang="en-US" b="1" dirty="0"/>
              <a:t>that it can in principle be carried out by a person using only paper and pencil</a:t>
            </a:r>
            <a:r>
              <a:rPr lang="en-US" dirty="0"/>
              <a:t>. In addition, not only should each step be definite, but it must also be feasible </a:t>
            </a:r>
          </a:p>
          <a:p>
            <a:r>
              <a:rPr lang="en-US" dirty="0"/>
              <a:t>Note: An algorithm can be represented using a flowchart or pseudocode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Characteristics of a Good Algorithm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9760"/>
            <a:ext cx="9144000" cy="455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3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flowchart is a </a:t>
            </a:r>
            <a:r>
              <a:rPr lang="en-US" b="1" dirty="0">
                <a:solidFill>
                  <a:srgbClr val="0000FF"/>
                </a:solidFill>
              </a:rPr>
              <a:t>pictorial representation of algorithm</a:t>
            </a:r>
            <a:r>
              <a:rPr lang="en-US" dirty="0"/>
              <a:t>. It </a:t>
            </a:r>
            <a:r>
              <a:rPr lang="en-US" b="1" dirty="0"/>
              <a:t>uses different shapes </a:t>
            </a:r>
            <a:r>
              <a:rPr lang="en-US" dirty="0"/>
              <a:t>to denote different types of instructions. </a:t>
            </a:r>
          </a:p>
          <a:p>
            <a:r>
              <a:rPr lang="en-US" dirty="0"/>
              <a:t>These </a:t>
            </a:r>
            <a:r>
              <a:rPr lang="en-US" b="1" dirty="0"/>
              <a:t>shapes are connected by directed lines </a:t>
            </a:r>
            <a:r>
              <a:rPr lang="en-US" dirty="0"/>
              <a:t>to indicate the sequence in which instructions are to be executed.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96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89" y="1066800"/>
            <a:ext cx="8573222" cy="489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5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"/>
            <a:ext cx="7162800" cy="61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2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Write algorithm (pseudocode) and flowchart to find largest of two numbers.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Exercise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610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8302</TotalTime>
  <Words>347</Words>
  <Application>Microsoft Office PowerPoint</Application>
  <PresentationFormat>On-screen Show (4:3)</PresentationFormat>
  <Paragraphs>45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Introduction</vt:lpstr>
      <vt:lpstr>Algorithms</vt:lpstr>
      <vt:lpstr>Characteristics of a Good Algorithm</vt:lpstr>
      <vt:lpstr>PowerPoint Presentation</vt:lpstr>
      <vt:lpstr>Flowchart</vt:lpstr>
      <vt:lpstr>PowerPoint Presentation</vt:lpstr>
      <vt:lpstr>PowerPoint Presentation</vt:lpstr>
      <vt:lpstr>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453</cp:revision>
  <dcterms:created xsi:type="dcterms:W3CDTF">2022-12-01T06:56:39Z</dcterms:created>
  <dcterms:modified xsi:type="dcterms:W3CDTF">2024-10-18T08:20:05Z</dcterms:modified>
</cp:coreProperties>
</file>